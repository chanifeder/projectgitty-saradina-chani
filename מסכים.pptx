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129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11464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056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431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82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780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58343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065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426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0227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550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838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3352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7898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103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164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40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244A5C-CBE4-4F0F-A48D-FEE452A0549D}" type="datetimeFigureOut">
              <a:rPr lang="he-IL" smtClean="0"/>
              <a:t>י"ד/שבט/תשפ"ו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C96FA1-7971-41AC-B0F2-A8ADA31D3A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04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1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3221A2A-F576-49DC-AD2E-F41CFBBEB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8288" y="539241"/>
            <a:ext cx="9144000" cy="1655762"/>
          </a:xfrm>
        </p:spPr>
        <p:txBody>
          <a:bodyPr>
            <a:normAutofit/>
          </a:bodyPr>
          <a:lstStyle/>
          <a:p>
            <a:r>
              <a:rPr lang="he-IL" sz="3600" b="1" dirty="0"/>
              <a:t>מסך הבית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EB051A38-BA0C-B704-50E9-60256E31F54A}"/>
              </a:ext>
            </a:extLst>
          </p:cNvPr>
          <p:cNvSpPr txBox="1"/>
          <p:nvPr/>
        </p:nvSpPr>
        <p:spPr>
          <a:xfrm>
            <a:off x="1901952" y="2213734"/>
            <a:ext cx="7260336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>
                <a:latin typeface="CabinSketch" panose="020B0503050202020004" pitchFamily="34" charset="0"/>
              </a:rPr>
              <a:t>לקוח חדש?</a:t>
            </a:r>
          </a:p>
          <a:p>
            <a:pPr algn="r"/>
            <a:r>
              <a:rPr lang="he-IL" dirty="0">
                <a:latin typeface="CabinSketch" panose="020B0503050202020004" pitchFamily="34" charset="0"/>
              </a:rPr>
              <a:t>	רישום: ת.ז. שם משפחה מייל טלפון כתובת בחר סיסמא</a:t>
            </a:r>
          </a:p>
          <a:p>
            <a:pPr algn="r"/>
            <a:r>
              <a:rPr lang="he-IL" dirty="0">
                <a:latin typeface="CabinSketch" panose="020B0503050202020004" pitchFamily="34" charset="0"/>
              </a:rPr>
              <a:t>אחרת:</a:t>
            </a:r>
          </a:p>
          <a:p>
            <a:pPr algn="r"/>
            <a:r>
              <a:rPr lang="he-IL" dirty="0">
                <a:latin typeface="CabinSketch" panose="020B0503050202020004" pitchFamily="34" charset="0"/>
              </a:rPr>
              <a:t>	ת.ז. סיסמא</a:t>
            </a:r>
          </a:p>
          <a:p>
            <a:pPr algn="r"/>
            <a:endParaRPr lang="he-IL" dirty="0">
              <a:latin typeface="CabinSketch" panose="020B0503050202020004" pitchFamily="34" charset="0"/>
            </a:endParaRPr>
          </a:p>
          <a:p>
            <a:pPr algn="r"/>
            <a:r>
              <a:rPr lang="he-IL" dirty="0">
                <a:latin typeface="CabinSketch" panose="020B0503050202020004" pitchFamily="34" charset="0"/>
              </a:rPr>
              <a:t>מנהל:</a:t>
            </a:r>
          </a:p>
          <a:p>
            <a:pPr algn="r"/>
            <a:r>
              <a:rPr lang="he-IL" dirty="0">
                <a:latin typeface="CabinSketch" panose="020B0503050202020004" pitchFamily="34" charset="0"/>
              </a:rPr>
              <a:t>	נכנס עם ת.ז סיסמא</a:t>
            </a:r>
          </a:p>
        </p:txBody>
      </p:sp>
    </p:spTree>
    <p:extLst>
      <p:ext uri="{BB962C8B-B14F-4D97-AF65-F5344CB8AC3E}">
        <p14:creationId xmlns:p14="http://schemas.microsoft.com/office/powerpoint/2010/main" val="1327695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BBB3194-9AAF-F588-337B-CD7CE7033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פתיחת תיק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BCCF513-CFB9-8FF6-2FAC-9781BF80A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סוג בקשה</a:t>
            </a:r>
          </a:p>
          <a:p>
            <a:r>
              <a:rPr lang="he-IL" dirty="0"/>
              <a:t>הכנסה חודשית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19771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7AC0F0C-D2CA-C396-101C-CFC6B88A43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sz="1800" dirty="0"/>
              <a:t>סטטוס</a:t>
            </a:r>
            <a:br>
              <a:rPr lang="he-IL" sz="1800" dirty="0"/>
            </a:br>
            <a:r>
              <a:rPr lang="he-IL" sz="1800" dirty="0"/>
              <a:t>לכל תיק יש:</a:t>
            </a:r>
            <a:br>
              <a:rPr lang="he-IL" sz="1800" dirty="0"/>
            </a:br>
            <a:r>
              <a:rPr lang="he-IL" sz="1800" dirty="0"/>
              <a:t>טפסים להעלאה</a:t>
            </a:r>
            <a:br>
              <a:rPr lang="he-IL" sz="1800" dirty="0"/>
            </a:br>
            <a:r>
              <a:rPr lang="he-IL" sz="1800" dirty="0"/>
              <a:t>משימות</a:t>
            </a:r>
            <a:br>
              <a:rPr lang="he-IL" sz="1800" dirty="0"/>
            </a:br>
            <a:r>
              <a:rPr lang="he-IL" sz="1800" dirty="0"/>
              <a:t>פגישות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AE138E8-91AC-1926-E921-99E0DCCF81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92918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596A1D1-5945-2EA1-A3EF-3694D7F6B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יועץ </a:t>
            </a:r>
            <a:r>
              <a:rPr lang="he-IL" dirty="0" err="1"/>
              <a:t>משכנאות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873F9F7-39A3-4652-EB7B-57508E5CB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/>
              <a:t>סינון מיון</a:t>
            </a:r>
          </a:p>
          <a:p>
            <a:pPr marL="0" indent="0">
              <a:buNone/>
            </a:pPr>
            <a:r>
              <a:rPr lang="he-IL" dirty="0"/>
              <a:t>סינון: ת.ז. פגישות להיום משימות דחופות </a:t>
            </a:r>
          </a:p>
          <a:p>
            <a:pPr marL="0" indent="0">
              <a:buNone/>
            </a:pPr>
            <a:r>
              <a:rPr lang="he-IL" dirty="0"/>
              <a:t>מיון: תאריך </a:t>
            </a:r>
            <a:r>
              <a:rPr lang="he-IL" dirty="0" err="1"/>
              <a:t>הכל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79950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793CF92-CD73-0842-7B08-7A4CC3BCE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30FA40B-BD1D-1355-42AC-E44A39E8F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68696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ורגני">
  <a:themeElements>
    <a:clrScheme name="אורגני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אורגני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אורגני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143</TotalTime>
  <Words>73</Words>
  <Application>Microsoft Office PowerPoint</Application>
  <PresentationFormat>מסך רחב</PresentationFormat>
  <Paragraphs>16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9" baseType="lpstr">
      <vt:lpstr>Arial</vt:lpstr>
      <vt:lpstr>CabinSketch</vt:lpstr>
      <vt:lpstr>Garamond</vt:lpstr>
      <vt:lpstr>אורגני</vt:lpstr>
      <vt:lpstr>מצגת של PowerPoint‏</vt:lpstr>
      <vt:lpstr>פתיחת תיק</vt:lpstr>
      <vt:lpstr>סטטוס לכל תיק יש: טפסים להעלאה משימות פגישות</vt:lpstr>
      <vt:lpstr>יועץ משכנאות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ליפשיץ חנה</dc:creator>
  <cp:lastModifiedBy>קלרמן שרה דינה</cp:lastModifiedBy>
  <cp:revision>3</cp:revision>
  <dcterms:created xsi:type="dcterms:W3CDTF">2026-01-28T11:34:38Z</dcterms:created>
  <dcterms:modified xsi:type="dcterms:W3CDTF">2026-02-01T13:43:23Z</dcterms:modified>
</cp:coreProperties>
</file>