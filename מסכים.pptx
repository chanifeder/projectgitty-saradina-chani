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38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9D7F37B-26DE-4838-A49C-EC8118EFC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BACB88BE-81A6-454F-8BBA-7D81146372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3CC4EBEB-13D7-49E7-80D5-7307C5229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AD69E1D-2570-4ACB-8074-C8A07D81F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7695B3A8-4962-4243-8FF1-8BF2B9B30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53813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5AFEFD0-577D-494D-9D10-04F4FDE6E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B24A535B-F7CA-4B58-B4EE-D3D11980B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05F57D4-93B8-41D8-B76E-482900D58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7FC7E631-527D-4CE9-A8E9-FCA3C9B67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203F0575-3EC7-480B-BBEB-265A1BABA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00604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ED57B83-7299-45CE-BFAE-F4AFC1E6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6F650F37-1AED-4284-B4C2-0FD3D8422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334B07C-DCCC-473A-A02B-CCBE93648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43B48B1-2B7A-4A3F-8602-329511322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0AFACDC-BE46-4757-94A2-A46B0E00C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82790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1DA5C84-023D-4942-BC1C-12A3E7E75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1C8A01A3-D52E-4775-B059-76AA081AC6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28376AD3-F0D4-4344-9824-39532270A1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285910D7-5D7E-4320-9FA9-31F47FDC8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57D0737-9AD5-43CF-98E2-79F65009D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163B09B6-41D8-4EC0-87A6-1FCF37DB4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6937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8871ED9-3226-45FA-85C2-82C926286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64E63FD1-2251-41AC-8265-438F5DDC55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AAFE9DD7-E17D-45B4-A6B7-48710FEA95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1E09FE33-D1D6-40AA-A4C1-9AD4B67E66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C3CFF43F-AA97-44CA-924F-3151C7ECA0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DAAB8D64-1506-4884-8454-6B9AA68F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EEF401E8-35BF-416C-8E7A-A0A73B1B0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0C975114-CE38-4806-82AD-81DDD40F4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37881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0D297D7-005E-4FF5-9354-B412BA0B8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B54628E2-64EA-42CB-B060-D82B0ADFF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A460F409-50C2-4D15-B418-C310AFDDE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21A46940-5E8E-4A8E-B471-4C42D1868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40028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69BC559-F29B-4382-8AC5-1DA66F045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001AA570-3BFF-41BE-8F41-E8DDFED91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7074716-78EF-45BD-BB26-B151AC0F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51964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BB91D8A-8A8C-4680-B780-288CCE265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FEBC54D-ECE8-421A-814E-EA6EE8BE8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379D7A40-3809-40B0-9E76-6D01D21AB7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58F7BA4F-D012-4127-BAC5-86C897774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B18919F-3639-4404-A350-8F1983AEB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FE67C08-385A-4359-969E-BC8EEABC6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62382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6864767-9D33-41F4-B419-F050904E8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9740C904-860B-4EE6-9800-8ED14F37B3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23CCB0A9-AACE-42ED-B45B-E7835F352A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C2EE51A6-87DB-4615-9F34-99168ABA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C0AA263-4696-4C38-BCAA-C831E2C1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C3F2D3E-A071-4761-B468-BEDE2F7AA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75737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C366409-689D-4E63-BBB7-9AE0C6422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51729955-AE43-4455-BCB4-1B8027D44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FB683B4-62FB-4D0E-BBB5-7479CE9F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1EFF79A-448D-4BB5-84B8-3EA7C8F64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95DD3FC-5B97-42B6-9AE6-AC1459736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329179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69381411-4D22-4880-8930-BC8DAD328E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F0E5B6E6-3FED-4412-89FF-E6CB1D0EAE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C55D162-8CE1-4D1C-96B4-1A5D674F8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0869EDA-937D-470B-B018-400A7C116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A1F2F10-F8BD-42C6-9C62-B59A5AACB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0449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5CB670A2-CB1B-403B-BFCA-59B011A3D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D34A5E5-34B4-42AA-AB55-32F186DB7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2BBF910-ADFD-4423-9995-924DC2EDFA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244A5C-CBE4-4F0F-A48D-FEE452A0549D}" type="datetimeFigureOut">
              <a:rPr lang="he-IL" smtClean="0"/>
              <a:t>י'/שבט/תשפ"ו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CFF5694-556C-4004-9BA0-E9B5C1601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44F8060-77FF-4602-8F14-48AE01B13C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C96FA1-7971-41AC-B0F2-A8ADA31D3A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95886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13221A2A-F576-49DC-AD2E-F41CFBBEBD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8288" y="539241"/>
            <a:ext cx="9144000" cy="1655762"/>
          </a:xfrm>
        </p:spPr>
        <p:txBody>
          <a:bodyPr>
            <a:normAutofit/>
          </a:bodyPr>
          <a:lstStyle/>
          <a:p>
            <a:r>
              <a:rPr lang="he-IL" sz="3600" b="1" dirty="0"/>
              <a:t>מסך הבית</a:t>
            </a:r>
          </a:p>
        </p:txBody>
      </p:sp>
    </p:spTree>
    <p:extLst>
      <p:ext uri="{BB962C8B-B14F-4D97-AF65-F5344CB8AC3E}">
        <p14:creationId xmlns:p14="http://schemas.microsoft.com/office/powerpoint/2010/main" val="1327695879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</Words>
  <Application>Microsoft Office PowerPoint</Application>
  <PresentationFormat>מסך רחב</PresentationFormat>
  <Paragraphs>1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ליפשיץ חנה</dc:creator>
  <cp:lastModifiedBy>ליפשיץ חנה</cp:lastModifiedBy>
  <cp:revision>1</cp:revision>
  <dcterms:created xsi:type="dcterms:W3CDTF">2026-01-28T11:34:38Z</dcterms:created>
  <dcterms:modified xsi:type="dcterms:W3CDTF">2026-01-28T11:40:04Z</dcterms:modified>
</cp:coreProperties>
</file>